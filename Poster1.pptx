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2506" y="6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5996288" y="2110305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29897"/>
              </p:ext>
            </p:extLst>
          </p:nvPr>
        </p:nvGraphicFramePr>
        <p:xfrm>
          <a:off x="71979" y="2356347"/>
          <a:ext cx="3890421" cy="262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nhằm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</a:p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vi-VN" sz="900" dirty="0">
                          <a:latin typeface="+mn-lt"/>
                        </a:rPr>
                        <a:t>Tạo phương thức tương tác không tiếp xúc với kiosk sân bay.</a:t>
                      </a:r>
                      <a:endParaRPr lang="en-US" sz="900" dirty="0">
                        <a:latin typeface="+mn-lt"/>
                      </a:endParaRPr>
                    </a:p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cứu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chuyến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bay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dàng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vi-VN" sz="900" dirty="0"/>
                        <a:t>Giảm nguy cơ lây nhiễm khi sử dụng thiết bị công cộng.</a:t>
                      </a:r>
                      <a:endParaRPr lang="en-US" sz="900" dirty="0"/>
                    </a:p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vi-VN" sz="900" dirty="0"/>
                        <a:t>Nâng cao trải nghiệm người dùng trong môi trường sân bay thông minh.</a:t>
                      </a:r>
                      <a:endParaRPr lang="en-US" sz="900" dirty="0"/>
                    </a:p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AI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Computer Vision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vào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vụ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cộng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455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981172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trúc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NHẬN DIỆN CỬ CHỈ TAY ĐIỀU KHIỂN THIẾT BỊ CÔNG CỘNG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 err="1"/>
                  <a:t>Đặng</a:t>
                </a:r>
                <a:r>
                  <a:rPr lang="en-US" sz="799" b="1" dirty="0"/>
                  <a:t> </a:t>
                </a:r>
                <a:r>
                  <a:rPr lang="en-US" sz="799" b="1" dirty="0" err="1"/>
                  <a:t>Đình</a:t>
                </a:r>
                <a:r>
                  <a:rPr lang="en-US" sz="799" b="1" dirty="0"/>
                  <a:t> </a:t>
                </a:r>
                <a:r>
                  <a:rPr lang="en-US" sz="799" b="1" dirty="0" err="1"/>
                  <a:t>Quân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52757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197881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10619"/>
              </p:ext>
            </p:extLst>
          </p:nvPr>
        </p:nvGraphicFramePr>
        <p:xfrm>
          <a:off x="4027950" y="8068432"/>
          <a:ext cx="2789417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giọng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nói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ngôn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ngữ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 đồ sân bay tương tác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cứu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chuyến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bay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AI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khuôn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mặt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just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Điều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chạm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9A6FA28E-24A2-971C-1329-B9C39D802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002" y="6897983"/>
            <a:ext cx="658860" cy="64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54D37D-ACDE-B583-810C-5DE49FCEB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5260" y="7628204"/>
            <a:ext cx="390222" cy="2194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A227AD-A63B-06CE-CFE6-F8409F83B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117" y="7637990"/>
            <a:ext cx="390222" cy="21949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D4363F-48B4-5721-ED6E-18F0B2E89DF1}"/>
              </a:ext>
            </a:extLst>
          </p:cNvPr>
          <p:cNvSpPr txBox="1"/>
          <p:nvPr/>
        </p:nvSpPr>
        <p:spPr>
          <a:xfrm>
            <a:off x="4519907" y="7601909"/>
            <a:ext cx="1081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Platform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E5303-FD03-EEEB-9E7E-79311966B3BF}"/>
              </a:ext>
            </a:extLst>
          </p:cNvPr>
          <p:cNvSpPr txBox="1"/>
          <p:nvPr/>
        </p:nvSpPr>
        <p:spPr>
          <a:xfrm>
            <a:off x="5740254" y="7608606"/>
            <a:ext cx="1081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FIT DNU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BDB82-C18B-40B4-B1EF-066A662FD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04" y="4077335"/>
            <a:ext cx="3788658" cy="873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930634-1259-405E-A08E-235C683268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950" y="5045376"/>
            <a:ext cx="1774848" cy="4737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CA237-9980-4037-852A-B538FD5685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6493" y="5064434"/>
            <a:ext cx="1808383" cy="47378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3A01D-F143-4A0D-8F91-B17300471C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7445" y="2635955"/>
            <a:ext cx="2697343" cy="18596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16C010-21F3-458F-BA03-FF250DB58B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3771" y="4994168"/>
            <a:ext cx="2721017" cy="15588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F4D76D-5907-4B0C-A27C-2AB6423930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805" y="1308543"/>
            <a:ext cx="824681" cy="8327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ED3EA12-2D15-41D4-8689-ACBAA7B821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907" y="6885051"/>
            <a:ext cx="705036" cy="71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802</TotalTime>
  <Words>189</Words>
  <Application>Microsoft Office PowerPoint</Application>
  <PresentationFormat>A4 Paper (210x297 mm)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Administrator</cp:lastModifiedBy>
  <cp:revision>109</cp:revision>
  <dcterms:created xsi:type="dcterms:W3CDTF">2023-07-02T07:57:15Z</dcterms:created>
  <dcterms:modified xsi:type="dcterms:W3CDTF">2026-06-06T16:46:49Z</dcterms:modified>
</cp:coreProperties>
</file>